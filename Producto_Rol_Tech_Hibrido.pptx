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Producto / Rol Profesional</a:t>
            </a:r>
          </a:p>
          <a:p>
            <a:r>
              <a:t>Sistema de Observabilidad Industrial Ligera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 de formación tech híbrido</a:t>
            </a:r>
          </a:p>
          <a:p/>
          <a:p>
            <a:r>
              <a:t>Objetivo: convertir eventos de planta en decisiones técnicas.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Paros largos visibles, paros recurrentes invisibles</a:t>
            </a:r>
          </a:p>
          <a:p>
            <a:r>
              <a:t>- Información dispersa</a:t>
            </a:r>
          </a:p>
          <a:p>
            <a:r>
              <a:t>- Decisiones basadas en percepción</a:t>
            </a:r>
          </a:p>
          <a:p>
            <a:r>
              <a:t>- Alta dependencia de proveedores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ligero que:</a:t>
            </a:r>
          </a:p>
          <a:p>
            <a:r>
              <a:t>- Captura eventos reales</a:t>
            </a:r>
          </a:p>
          <a:p>
            <a:r>
              <a:t>- Los persiste de forma confiable</a:t>
            </a:r>
          </a:p>
          <a:p>
            <a:r>
              <a:t>- Analiza tiempo y recurrencia</a:t>
            </a:r>
          </a:p>
          <a:p>
            <a:r>
              <a:t>- Exporta datos listos para negocio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Captura → Persistencia → Análisis</a:t>
            </a:r>
          </a:p>
          <a:p/>
          <a:p>
            <a:r>
              <a:t>HTML → JSON → Python →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Tiempo total detenido</a:t>
            </a:r>
          </a:p>
          <a:p>
            <a:r>
              <a:t>- Impacto por célula</a:t>
            </a:r>
          </a:p>
          <a:p>
            <a:r>
              <a:t>- Identificación de cuellos de botella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Mantenimiento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Fallos recurrentes</a:t>
            </a:r>
          </a:p>
          <a:p>
            <a:r>
              <a:t>- Componentes débiles</a:t>
            </a:r>
          </a:p>
          <a:p>
            <a:r>
              <a:t>- Priorización preventiva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Gestión / CAPEX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Cruce tiempo vs frecuencia</a:t>
            </a:r>
          </a:p>
          <a:p>
            <a:r>
              <a:t>- Argumentos objetivos de inversión</a:t>
            </a:r>
          </a:p>
          <a:p>
            <a:r>
              <a:t>- Reducción de costo oculto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Perfil Tech Híbrido</a:t>
            </a:r>
          </a:p>
          <a:p/>
          <a:p>
            <a:r>
              <a:t>- Traduce planta a datos</a:t>
            </a:r>
          </a:p>
          <a:p>
            <a:r>
              <a:t>- Diseña sistemas simples y robustos</a:t>
            </a:r>
          </a:p>
          <a:p>
            <a:r>
              <a:t>- Puente entre operación y tecnología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es un MES</a:t>
            </a:r>
          </a:p>
          <a:p>
            <a:r>
              <a:t>- No es solo software</a:t>
            </a:r>
          </a:p>
          <a:p>
            <a:r>
              <a:t>- Es criterio industrial convertido en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sistema demuestra:</a:t>
            </a:r>
          </a:p>
          <a:p>
            <a:r>
              <a:t>- Autonomía técnica</a:t>
            </a:r>
          </a:p>
          <a:p>
            <a:r>
              <a:t>- Pensamiento sistémico</a:t>
            </a:r>
          </a:p>
          <a:p>
            <a:r>
              <a:t>- Capacidad real de impacto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